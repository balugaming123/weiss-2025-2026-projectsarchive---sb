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7071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15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911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16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918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63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594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4558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493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161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4120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2431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7391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7339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1349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1385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2080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860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F6E0A69-9F35-4632-AF33-93FA056686CF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F769FA6-9C47-4320-9BD2-C10B0DB46F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646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A7B847-97A4-45CE-A2C0-C7BA30467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87422" y="683703"/>
            <a:ext cx="10559517" cy="2766528"/>
          </a:xfrm>
        </p:spPr>
        <p:txBody>
          <a:bodyPr>
            <a:normAutofit fontScale="90000"/>
          </a:bodyPr>
          <a:lstStyle/>
          <a:p>
            <a:r>
              <a:rPr lang="hu-HU" dirty="0"/>
              <a:t>AZ előző év elfeledett projektjeinek archívuma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6BF49B1-3D3D-4D99-9591-84A66F7F6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Mi közöd hozzá?!</a:t>
            </a:r>
          </a:p>
        </p:txBody>
      </p:sp>
    </p:spTree>
    <p:extLst>
      <p:ext uri="{BB962C8B-B14F-4D97-AF65-F5344CB8AC3E}">
        <p14:creationId xmlns:p14="http://schemas.microsoft.com/office/powerpoint/2010/main" val="2033889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FF4747-E892-49BA-A036-F41B6951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2025. 09. 05 – Őszintén nem tudom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A48B16-2AD6-43EE-8E86-07536C3FF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u-HU" sz="2400" dirty="0"/>
              <a:t>Ez a projekt valószínűleg egy </a:t>
            </a:r>
            <a:r>
              <a:rPr lang="hu-HU" sz="2400" dirty="0" err="1"/>
              <a:t>github</a:t>
            </a:r>
            <a:r>
              <a:rPr lang="hu-HU" sz="2400" dirty="0"/>
              <a:t>-test volt ahol gyakoroltuk hogy hogyan lehet egy </a:t>
            </a:r>
            <a:r>
              <a:rPr lang="hu-HU" sz="2400" dirty="0" err="1"/>
              <a:t>guthib</a:t>
            </a:r>
            <a:r>
              <a:rPr lang="hu-HU" sz="2400" dirty="0"/>
              <a:t> projektet létrehozni</a:t>
            </a:r>
          </a:p>
          <a:p>
            <a:r>
              <a:rPr lang="hu-HU" sz="2400" dirty="0"/>
              <a:t>A projekt mappája tartalmaz egy fájlt amiből csak az szűrhető ki hogy semmi különösebb nem történt benne.</a:t>
            </a:r>
          </a:p>
          <a:p>
            <a:r>
              <a:rPr lang="hu-HU" sz="2400" dirty="0"/>
              <a:t>Értékelés: 0/10 – Üres</a:t>
            </a:r>
          </a:p>
        </p:txBody>
      </p:sp>
    </p:spTree>
    <p:extLst>
      <p:ext uri="{BB962C8B-B14F-4D97-AF65-F5344CB8AC3E}">
        <p14:creationId xmlns:p14="http://schemas.microsoft.com/office/powerpoint/2010/main" val="313229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1BD7D8-077F-465C-8A02-E5DBD8BD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2025. 11. 17 – </a:t>
            </a:r>
            <a:r>
              <a:rPr lang="hu-HU" dirty="0" err="1"/>
              <a:t>Kressz</a:t>
            </a:r>
            <a:r>
              <a:rPr lang="hu-HU" dirty="0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4FD404-DE31-4BF9-9D59-23FC1D03A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Téma: A projekt témája az volt hogy bemutassuk mit kell elérnie a tanulónak ahhoz hogy autóba </a:t>
            </a:r>
            <a:r>
              <a:rPr lang="hu-HU" sz="2400" dirty="0" err="1"/>
              <a:t>ülhessen</a:t>
            </a:r>
            <a:r>
              <a:rPr lang="hu-HU" sz="2400" dirty="0"/>
              <a:t>.</a:t>
            </a:r>
          </a:p>
          <a:p>
            <a:r>
              <a:rPr lang="hu-HU" sz="2400" dirty="0"/>
              <a:t>Készítők: Somfalvai Balázs, Fodor </a:t>
            </a:r>
            <a:r>
              <a:rPr lang="hu-HU" sz="2400" dirty="0" err="1"/>
              <a:t>dani</a:t>
            </a:r>
            <a:endParaRPr lang="hu-HU" sz="2400" dirty="0"/>
          </a:p>
          <a:p>
            <a:r>
              <a:rPr lang="hu-HU" sz="2400" dirty="0"/>
              <a:t>Időtartam: A weboldalt </a:t>
            </a:r>
            <a:r>
              <a:rPr lang="hu-HU" sz="2400" dirty="0" err="1"/>
              <a:t>kb</a:t>
            </a:r>
            <a:r>
              <a:rPr lang="hu-HU" sz="2400" dirty="0"/>
              <a:t> egy hétig csináltuk</a:t>
            </a:r>
          </a:p>
          <a:p>
            <a:r>
              <a:rPr lang="hu-HU" sz="2400" dirty="0"/>
              <a:t>Értékelés: 6/10 – Működő weboldal, viszont félbe lett hagyva, minden adott csak el lett hanyagolva a projekt </a:t>
            </a:r>
          </a:p>
        </p:txBody>
      </p:sp>
    </p:spTree>
    <p:extLst>
      <p:ext uri="{BB962C8B-B14F-4D97-AF65-F5344CB8AC3E}">
        <p14:creationId xmlns:p14="http://schemas.microsoft.com/office/powerpoint/2010/main" val="123934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1BCA4B-C53E-4CB4-82E3-B88BB433C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1008452" cy="1151965"/>
          </a:xfrm>
        </p:spPr>
        <p:txBody>
          <a:bodyPr>
            <a:normAutofit/>
          </a:bodyPr>
          <a:lstStyle/>
          <a:p>
            <a:r>
              <a:rPr lang="hu-HU" dirty="0"/>
              <a:t>2026. 02. 20 – </a:t>
            </a:r>
            <a:r>
              <a:rPr lang="hu-HU" dirty="0" err="1"/>
              <a:t>mindentocson</a:t>
            </a:r>
            <a:r>
              <a:rPr lang="hu-HU" dirty="0"/>
              <a:t> kft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E358C5-F234-4085-911A-BA83B27B1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u-HU" sz="2400" dirty="0"/>
              <a:t>Téma: A weboldal fő prioritása az volt hogy akik megtalálják kitalált cégünket azoknak biztosítunk megbízható szakembereket, igazából egy generál kivitelező cég weblapját alkottuk meg.</a:t>
            </a:r>
          </a:p>
          <a:p>
            <a:r>
              <a:rPr lang="hu-HU" sz="2400" dirty="0"/>
              <a:t>Készítők: Somfalvai Balázs, Lepsényi </a:t>
            </a:r>
            <a:r>
              <a:rPr lang="hu-HU" sz="2400" dirty="0" err="1"/>
              <a:t>attila</a:t>
            </a:r>
            <a:r>
              <a:rPr lang="hu-HU" sz="2400" dirty="0"/>
              <a:t> </a:t>
            </a:r>
          </a:p>
          <a:p>
            <a:r>
              <a:rPr lang="hu-HU" sz="2400" dirty="0"/>
              <a:t>Időtartam: a weboldal megcsinálása 2 hetet vett igénybe</a:t>
            </a:r>
          </a:p>
          <a:p>
            <a:r>
              <a:rPr lang="hu-HU" sz="2400" dirty="0"/>
              <a:t>Értékelés: 8/10 – A weboldal működik, minden funkciót amit szerettünk volna azt megoldottuk, a kinézete miatt kapta ezt az értékelést mivel az kicsit foghíjas.</a:t>
            </a:r>
          </a:p>
        </p:txBody>
      </p:sp>
    </p:spTree>
    <p:extLst>
      <p:ext uri="{BB962C8B-B14F-4D97-AF65-F5344CB8AC3E}">
        <p14:creationId xmlns:p14="http://schemas.microsoft.com/office/powerpoint/2010/main" val="352413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1B46CC-45B7-4897-A75C-66540815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2026. 03. 24 – </a:t>
            </a:r>
            <a:r>
              <a:rPr lang="hu-HU" dirty="0" err="1"/>
              <a:t>Js</a:t>
            </a:r>
            <a:r>
              <a:rPr lang="hu-HU" dirty="0"/>
              <a:t> valami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B16FBC-ECFB-4205-8248-D2CB3120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Ezzel a projekttel kapcsolatba sajnálatos módon sok információm nincs mivel sokat csúszott a prezentálása és a prezentálás hetén ráadásul még beteg is voltam.</a:t>
            </a:r>
          </a:p>
          <a:p>
            <a:r>
              <a:rPr lang="hu-HU" dirty="0"/>
              <a:t>Készítette: Somfalvai Balázs, Lepsényi </a:t>
            </a:r>
            <a:r>
              <a:rPr lang="hu-HU" dirty="0" err="1"/>
              <a:t>attila</a:t>
            </a:r>
            <a:endParaRPr lang="hu-HU" dirty="0"/>
          </a:p>
          <a:p>
            <a:r>
              <a:rPr lang="hu-HU" dirty="0"/>
              <a:t>Időtartam: </a:t>
            </a:r>
            <a:r>
              <a:rPr lang="hu-HU" dirty="0" err="1"/>
              <a:t>kb</a:t>
            </a:r>
            <a:r>
              <a:rPr lang="hu-HU" dirty="0"/>
              <a:t> 2 hét</a:t>
            </a:r>
          </a:p>
          <a:p>
            <a:r>
              <a:rPr lang="hu-HU" dirty="0"/>
              <a:t>Értékelés: 5/10 – A weboldal működik a feladatot teljesítette, kinézet ügyileg nem a legszebb mivel nagyrészt </a:t>
            </a:r>
            <a:r>
              <a:rPr lang="hu-HU" dirty="0" err="1"/>
              <a:t>attila</a:t>
            </a:r>
            <a:r>
              <a:rPr lang="hu-HU" dirty="0"/>
              <a:t> egyedül csinálta a hiányzásom miatt, és amit én még az elött csináltam valamiért nem kívánt működni ezért </a:t>
            </a:r>
            <a:r>
              <a:rPr lang="hu-HU" dirty="0" err="1"/>
              <a:t>kb</a:t>
            </a:r>
            <a:r>
              <a:rPr lang="hu-HU" dirty="0"/>
              <a:t> 50 perc alatt kellet utolsó pillanatba megcsinálnia a feladatot. </a:t>
            </a:r>
          </a:p>
        </p:txBody>
      </p:sp>
    </p:spTree>
    <p:extLst>
      <p:ext uri="{BB962C8B-B14F-4D97-AF65-F5344CB8AC3E}">
        <p14:creationId xmlns:p14="http://schemas.microsoft.com/office/powerpoint/2010/main" val="26999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A93D28-B884-48D9-BCF4-8745198F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2026. 05. 28 – Egész éves </a:t>
            </a:r>
            <a:r>
              <a:rPr lang="hu-HU" dirty="0" err="1"/>
              <a:t>js</a:t>
            </a:r>
            <a:r>
              <a:rPr lang="hu-HU" dirty="0"/>
              <a:t> tudás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60959A-6995-4C5A-9F53-EEA0300D4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Ez a projekt arról szólt hogy bemutassuk az egész éves JavaScript tudásunkat, mit tanultunk az idén és ilyenek.</a:t>
            </a:r>
          </a:p>
          <a:p>
            <a:r>
              <a:rPr lang="hu-HU" dirty="0"/>
              <a:t>Készítette: Somfalvai Balázs (Mindenkinek egyéni feladat volt)</a:t>
            </a:r>
          </a:p>
          <a:p>
            <a:r>
              <a:rPr lang="hu-HU" dirty="0"/>
              <a:t>Értékelés: 10/10, minden az évben készített leckénket bemutatta </a:t>
            </a:r>
            <a:r>
              <a:rPr lang="hu-HU"/>
              <a:t>amit tanultunk.</a:t>
            </a:r>
          </a:p>
        </p:txBody>
      </p:sp>
    </p:spTree>
    <p:extLst>
      <p:ext uri="{BB962C8B-B14F-4D97-AF65-F5344CB8AC3E}">
        <p14:creationId xmlns:p14="http://schemas.microsoft.com/office/powerpoint/2010/main" val="3967819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ő esemény">
  <a:themeElements>
    <a:clrScheme name="Fő esemény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Fő esemény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ő esemény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TM04033927[[fn=Fő esemény]]</Template>
  <TotalTime>49</TotalTime>
  <Words>345</Words>
  <Application>Microsoft Office PowerPoint</Application>
  <PresentationFormat>Szélesvásznú</PresentationFormat>
  <Paragraphs>25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Impact</vt:lpstr>
      <vt:lpstr>Fő esemény</vt:lpstr>
      <vt:lpstr>AZ előző év elfeledett projektjeinek archívuma</vt:lpstr>
      <vt:lpstr>2025. 09. 05 – Őszintén nem tudom</vt:lpstr>
      <vt:lpstr>2025. 11. 17 – Kressz </vt:lpstr>
      <vt:lpstr>2026. 02. 20 – mindentocson kft</vt:lpstr>
      <vt:lpstr>2026. 03. 24 – Js valami</vt:lpstr>
      <vt:lpstr>2026. 05. 28 – Egész éves js tudás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 előző év elfeledett projektjeinek archívuma</dc:title>
  <dc:creator>Somfalvai Balázs</dc:creator>
  <cp:lastModifiedBy>Somfalvai Balázs</cp:lastModifiedBy>
  <cp:revision>7</cp:revision>
  <dcterms:created xsi:type="dcterms:W3CDTF">2026-09-07T11:47:37Z</dcterms:created>
  <dcterms:modified xsi:type="dcterms:W3CDTF">2026-09-07T12:37:08Z</dcterms:modified>
</cp:coreProperties>
</file>